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swaps / min</c:v>
                </c:pt>
              </c:strCache>
            </c:strRef>
          </c:tx>
          <c:spPr>
            <a:solidFill>
              <a:srgbClr val="E9EFF8"/>
            </a:solidFill>
            <a:ln w="31750" cap="flat">
              <a:solidFill>
                <a:srgbClr val="E9EF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EFF8"/>
              </a:solidFill>
              <a:ln w="9525" cap="flat">
                <a:solidFill>
                  <a:srgbClr val="E9EF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night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652</c:v>
                </c:pt>
                <c:pt idx="1">
                  <c:v>577</c:v>
                </c:pt>
                <c:pt idx="2">
                  <c:v>536</c:v>
                </c:pt>
                <c:pt idx="3">
                  <c:v>556</c:v>
                </c:pt>
                <c:pt idx="4">
                  <c:v>469</c:v>
                </c:pt>
                <c:pt idx="5">
                  <c:v>405</c:v>
                </c:pt>
                <c:pt idx="6">
                  <c:v>375</c:v>
                </c:pt>
                <c:pt idx="7">
                  <c:v>395</c:v>
                </c:pt>
                <c:pt idx="8">
                  <c:v>349</c:v>
                </c:pt>
                <c:pt idx="9">
                  <c:v>341</c:v>
                </c:pt>
                <c:pt idx="10">
                  <c:v>121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5B6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12700" cap="flat">
              <a:solidFill>
                <a:srgbClr val="1C27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5B6E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  <c:majorUnit val="175"/>
      </c:valAx>
      <c:spPr>
        <a:solidFill>
          <a:srgbClr val="0D131D"/>
        </a:solidFill>
        <a:ln w="12700" cap="flat">
          <a:solidFill>
            <a:srgbClr val="0D131D"/>
          </a:solidFill>
        </a:ln>
        <a:effectLst/>
      </c:spPr>
    </c:plotArea>
    <c:plotVisOnly val="1"/>
    <c:dispBlanksAs val="span"/>
  </c:chart>
  <c:spPr>
    <a:solidFill>
      <a:srgbClr val="0D131D"/>
    </a:solidFill>
    <a:ln w="12700" cap="flat">
      <a:solidFill>
        <a:srgbClr val="0D131D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ETHONLINE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Onchain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Heartbeat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activity as a vital sign — narrated by an agent that pays for its own data.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5303520"/>
            <a:ext cx="2743200" cy="0"/>
          </a:xfrm>
          <a:prstGeom prst="line">
            <a:avLst/>
          </a:prstGeom>
          <a:noFill/>
          <a:ln w="15875">
            <a:solidFill>
              <a:srgbClr val="35C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5303520"/>
            <a:ext cx="411480" cy="0"/>
          </a:xfrm>
          <a:prstGeom prst="line">
            <a:avLst/>
          </a:prstGeom>
          <a:noFill/>
          <a:ln w="15875">
            <a:solidFill>
              <a:srgbClr val="35C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886200" y="4992624"/>
            <a:ext cx="228600" cy="310896"/>
          </a:xfrm>
          <a:prstGeom prst="line">
            <a:avLst/>
          </a:prstGeom>
          <a:noFill/>
          <a:ln w="31750">
            <a:solidFill>
              <a:srgbClr val="FF3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4992624"/>
            <a:ext cx="228600" cy="694944"/>
          </a:xfrm>
          <a:prstGeom prst="line">
            <a:avLst/>
          </a:prstGeom>
          <a:noFill/>
          <a:ln w="31750">
            <a:solidFill>
              <a:srgbClr val="FF3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343400" y="4892040"/>
            <a:ext cx="210312" cy="795528"/>
          </a:xfrm>
          <a:prstGeom prst="line">
            <a:avLst/>
          </a:prstGeom>
          <a:noFill/>
          <a:ln w="31750">
            <a:solidFill>
              <a:srgbClr val="FF3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4892040"/>
            <a:ext cx="246888" cy="411480"/>
          </a:xfrm>
          <a:prstGeom prst="line">
            <a:avLst/>
          </a:prstGeom>
          <a:noFill/>
          <a:ln w="31750">
            <a:solidFill>
              <a:srgbClr val="FF3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5303520"/>
            <a:ext cx="457200" cy="0"/>
          </a:xfrm>
          <a:prstGeom prst="line">
            <a:avLst/>
          </a:prstGeom>
          <a:noFill/>
          <a:ln w="31750">
            <a:solidFill>
              <a:srgbClr val="FF3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257800" y="5175504"/>
            <a:ext cx="274320" cy="128016"/>
          </a:xfrm>
          <a:prstGeom prst="line">
            <a:avLst/>
          </a:prstGeom>
          <a:noFill/>
          <a:ln w="31750">
            <a:solidFill>
              <a:srgbClr val="FF3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5175504"/>
            <a:ext cx="274320" cy="128016"/>
          </a:xfrm>
          <a:prstGeom prst="line">
            <a:avLst/>
          </a:prstGeom>
          <a:noFill/>
          <a:ln w="31750">
            <a:solidFill>
              <a:srgbClr val="FF3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5303520"/>
            <a:ext cx="5623560" cy="0"/>
          </a:xfrm>
          <a:prstGeom prst="line">
            <a:avLst/>
          </a:prstGeom>
          <a:noFill/>
          <a:ln w="15875">
            <a:solidFill>
              <a:srgbClr val="35C8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GRAPH   ·   HEDERA x402   ·   ENSv2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gaps.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166360" cy="45720"/>
          </a:xfrm>
          <a:prstGeom prst="rect">
            <a:avLst/>
          </a:prstGeom>
          <a:solidFill>
            <a:srgbClr val="35C8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2140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LEGIBILITY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Chain data is a wall of numbers.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5166360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make you read, then interpret. A heartbeat you understand from across the room — so activity drives rhythm, amplitude and colour.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166360" cy="4572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212140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ATTRIBUTION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46888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Agents can't sign up, and can't prove they said anything.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520440"/>
            <a:ext cx="5166360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access assumes a human with an API key and a subscription. And agent output is unattributable by default — no way to check who claimed what, or what they were looking at.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4068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9EF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So: make the data a vital sign you feel instead of read — and make the agent pay per request and sign its own claims.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CAUSAL CHAIN, NOT FOUR INTEGRATIONS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agent buys its data, reads it, and signs what it said.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679192" cy="2697480"/>
          </a:xfrm>
          <a:prstGeom prst="rect">
            <a:avLst/>
          </a:prstGeom>
          <a:solidFill>
            <a:srgbClr val="0D131D"/>
          </a:solidFill>
          <a:ln w="12700">
            <a:solidFill>
              <a:srgbClr val="1C27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2679192" cy="45720"/>
          </a:xfrm>
          <a:prstGeom prst="rect">
            <a:avLst/>
          </a:prstGeom>
          <a:solidFill>
            <a:srgbClr val="35C8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1284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GRAPH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23744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Buys indexed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18688"/>
            <a:ext cx="231343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Uniswap v3 swap flow on Base, from a Messari standardized subgraph.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4674" y="2011680"/>
            <a:ext cx="2679192" cy="2697480"/>
          </a:xfrm>
          <a:prstGeom prst="rect">
            <a:avLst/>
          </a:prstGeom>
          <a:solidFill>
            <a:srgbClr val="0D131D"/>
          </a:solidFill>
          <a:ln w="12700">
            <a:solidFill>
              <a:srgbClr val="1C27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4674" y="2011680"/>
            <a:ext cx="2679192" cy="4572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97554" y="221284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HEDERA X402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97554" y="2523744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Pays per reading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7554" y="3218688"/>
            <a:ext cx="231343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402 → signed HBAR transfer → Blocky402 settles. 0.001 ℏ, never batched.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97829" y="2011680"/>
            <a:ext cx="2679192" cy="2697480"/>
          </a:xfrm>
          <a:prstGeom prst="rect">
            <a:avLst/>
          </a:prstGeom>
          <a:solidFill>
            <a:srgbClr val="0D131D"/>
          </a:solidFill>
          <a:ln w="12700">
            <a:solidFill>
              <a:srgbClr val="1C27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7829" y="2011680"/>
            <a:ext cx="2679192" cy="4572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0709" y="221284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OPENAI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80709" y="2523744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Calls the play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80709" y="3218688"/>
            <a:ext cx="231343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 over a rolling window — the delta, not the raw value.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80983" y="2011680"/>
            <a:ext cx="2679192" cy="2697480"/>
          </a:xfrm>
          <a:prstGeom prst="rect">
            <a:avLst/>
          </a:prstGeom>
          <a:solidFill>
            <a:srgbClr val="0D131D"/>
          </a:solidFill>
          <a:ln w="12700">
            <a:solidFill>
              <a:srgbClr val="1C27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80983" y="2011680"/>
            <a:ext cx="2679192" cy="45720"/>
          </a:xfrm>
          <a:prstGeom prst="rect">
            <a:avLst/>
          </a:prstGeom>
          <a:solidFill>
            <a:srgbClr val="B48C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3863" y="221284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ENSV2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963863" y="2523744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Signs the claim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3863" y="3218688"/>
            <a:ext cx="2313432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notable call gets a subname holding the comment, reading and payment.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292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resource the agent pays for </a:t>
            </a:r>
            <a:pPr indent="0" marL="0">
              <a:buNone/>
            </a:pPr>
            <a:r>
              <a:rPr lang="en-US" sz="1500" i="1" dirty="0">
                <a:solidFill>
                  <a:srgbClr val="E9EF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</a:t>
            </a:r>
            <a:pPr indent="0" marL="0">
              <a:buNone/>
            </a:pPr>
            <a:r>
              <a:rPr lang="en-US" sz="15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subgraph reading — so the payment buys indexed data, not a receipt.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CALIBRATION · UNISWAP V3 ON BASE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scale is measured, not guessed.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920240"/>
          <a:ext cx="10728655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539935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4D5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swaps / min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12064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9EF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Daytime runs 341–652 a minute. Overnight the same chain does 121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five-fold spread, so the scale is logarithmic rather than linear. A quiet chain still reads as a slow beat instead of flatlining at zero.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→ 23      246 → 47      405 → 64      652 → 80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HERE IS ASSERTED — ALL OF IT IS CHECKABLE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Receipts.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65960"/>
          <a:ext cx="1072865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21405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4D5B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HEDERA SETTLEMENT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0.0.7162784@1788690223.769989855   ✓ confirmed on the mirror node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4D5B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WHO PAID WHAT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 −0.001 ℏ     provider +0.001 ℏ     Blocky402 paid all gas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4D5B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 IDENTITY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onchain-heartbeat.eth   ✓ avatar, description, url from text records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4D5B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NARRATION, NAMED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a-drastic-drop-31.posts.onchain-heartbeat.eth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4D5B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…AND WHAT IT HOLDS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description · activity 31 · payment 0.0.7162784@1789051592…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4D5B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 IT YOURSELF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F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 scripts/resolve-post.mjs &lt;name&gt;     node scripts/buy-reading.mjs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27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SURVIVED FOUR REWRITES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seam. The visual never knows where its number came from.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data source returns the same 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activityLevel, label }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That contract has absorbed three swaps — mock to RPC, RPC to The Graph, and one ENS deployment to another — and 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9EF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PulseVisual.tsx has never changed.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45720" cy="1371600"/>
          </a:xfrm>
          <a:prstGeom prst="rect">
            <a:avLst/>
          </a:prstGeom>
          <a:solidFill>
            <a:srgbClr val="35C8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0976" y="3218688"/>
            <a:ext cx="240487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4041648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interchangeable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4674" y="3291840"/>
            <a:ext cx="45720" cy="1371600"/>
          </a:xfrm>
          <a:prstGeom prst="rect">
            <a:avLst/>
          </a:prstGeom>
          <a:solidFill>
            <a:srgbClr val="FF3B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4130" y="3218688"/>
            <a:ext cx="240487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4130" y="4041648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7829" y="3291840"/>
            <a:ext cx="45720" cy="137160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17285" y="3218688"/>
            <a:ext cx="240487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317285" y="4041648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modes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80983" y="3291840"/>
            <a:ext cx="45720" cy="1371600"/>
          </a:xfrm>
          <a:prstGeom prst="rect">
            <a:avLst/>
          </a:prstGeom>
          <a:solidFill>
            <a:srgbClr val="B48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0439" y="3218688"/>
            <a:ext cx="240487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000439" y="4041648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them break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pulse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1206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 the RPC, the facilitator, the LLM or the resolver and the heart keeps beating — it just tells you less.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THREE TRACKS, WIRED AS ONE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728655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agent that pays for what it uses,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signs what it says.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10728655" cy="10973"/>
          </a:xfrm>
          <a:prstGeom prst="rect">
            <a:avLst/>
          </a:prstGeom>
          <a:solidFill>
            <a:srgbClr val="1C27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9169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Hedera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898648"/>
            <a:ext cx="880841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x402-gated service settled through Blocky402, and an agent completing a real paid request every 18 seconds.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0728655" cy="10973"/>
          </a:xfrm>
          <a:prstGeom prst="rect">
            <a:avLst/>
          </a:prstGeom>
          <a:solidFill>
            <a:srgbClr val="1C27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313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813048"/>
            <a:ext cx="880841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ENSv2 as the whole identity layer — profile records, plus a subname per narration resolved by wildcard off the name's own resolver.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10728655" cy="10973"/>
          </a:xfrm>
          <a:prstGeom prst="rect">
            <a:avLst/>
          </a:prstGeom>
          <a:solidFill>
            <a:srgbClr val="1C27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7457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9EF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Graph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4727448"/>
            <a:ext cx="880841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4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standardized subgraph as the agent's live data source, reasoned over into natural language — not printed as a query result.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85216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5C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github.com/tusharshah21/onchain-heartbeat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Onchain Heartbeat</dc:title>
  <dc:subject>PptxGenJS Presentation</dc:subject>
  <dc:creator>Onchain Heartbeat</dc:creator>
  <cp:lastModifiedBy>Onchain Heartbeat</cp:lastModifiedBy>
  <cp:revision>1</cp:revision>
  <dcterms:created xsi:type="dcterms:W3CDTF">2026-09-11T09:05:23Z</dcterms:created>
  <dcterms:modified xsi:type="dcterms:W3CDTF">2026-09-11T09:05:23Z</dcterms:modified>
</cp:coreProperties>
</file>